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урока: открытие Америки европейцами. Ключевая дата — 12 октября 1492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снять миф: в плоскую Землю в XV веке образованные люди не верили.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слайда: материк не был пустым.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с Лондоном XV века (около 50 тысяч жителей) хорошо запоминается.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Подводка к мысли: доплыть — ещё не значит открыть.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Единственное подтверждённое поселение викингов в Америке.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Связка: экономическая причина → географическое открытие.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Парадокс: ошибка в расчётах привела к открытию.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 стало возможным после окончания Реконкисты.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Масштаб кораблей всегда удивляет: они были крошечными.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Психология экипажа — важная часть истории плавания.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дата урока. Её спрашивают чаще всего.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роль пассатов и западных ветров — это география, а не только 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Обратите внимание на третье плавание — он был близок к разгадке.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парадокс всей 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Разница между «доплыть» и «понять, куда доплыл».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«свидетельство о рождении» Америки.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Кругосветка окончательно доказала: Америка — отдельный материк.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 и завоевание — разные вещи, но идут рядом.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наглядный бытовой след открытия — еда на столе.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 этом важно сказать честно: у открытия была страшная цена.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вопрос для обсуждения в классе.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повторения в конце урока.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 источниками.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waldseemu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ОКТЯБРЯ 1492 · НОВЫЙ СВЕТ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Мартина Вальдземюллера, 1507 год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105156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200" b="1" spc="500" kern="0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ОТКРЫТИЕ</a:t>
            </a:r>
            <a:endParaRPr lang="en-US" sz="6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200" b="1" spc="500" kern="0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АМЕРИКИ</a:t>
            </a:r>
            <a:endParaRPr lang="en-US" sz="6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32461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поиск короткой дороги в Индию закончился двумя неизвестными материками — и почему человек, который их нашёл, так и не понял, что именно он нашёл.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дня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ОКЕАН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КОРАБЛЯ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47091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1492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5221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ptolem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МИР ДО 1492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мира по Птолемею, издание 1482 года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части света и пустой океан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европейских картах XV века мир состоял из Европы, Азии и Африки. К западу от Испании начинался «Море-океан» — и никто не знал, что там, кроме морских чудовищ на полях карты.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КРУГЛАЯ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знали ещё в античности: Эратосфен вычислил окружность Земли около 240 года до н.э.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 БЫЛ О ДРУГОМ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«круглая или плоская», а какой ширины океан между Европой и Азией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АВТОРИТЕТ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 Птолемея, написанная во II веке, — её переиздавали и через 1300 лет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hich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КТО БЫЛ ПЕРВЫМ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Чичен-Ица, Мексика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Америку открыли за 15 000 лет до Колумба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люди пришли из Азии по Берингии — полосе суши на месте нынешнего Берингова пролива. К приходу европейцев материки были заселены от Аляски до Огненной Земли.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тысяч лет назад, когда уровень океана был ниже на 100 метров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ЛЮДЕЙ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1492 году в Америке жило, по оценкам, 50–60 миллионов человек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тысячи языков — больше, чем во всей Европе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корректнее говорить не «открытие Америки», а «открытие Америки европейцами».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mach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КТО БЫЛ ПЕРВЫМ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Мачу-Пикчу, Перу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Здесь уже стояли города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Европа плыла не в пустоту. На двух материках существовали государства с письменностью, календарём, дорогами и городами крупнее Лондона того времени.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МАЙЯ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письменность, точный календарь и понятие нуля — раньше, чем в Европе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АЦТЕКИ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Теночтитлан на острове посреди озера, около 200 тысяч жителей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ИНКИ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империя Тауантинсуйу и 40 000 км горных дорог — без колеса и лошадей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vik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ПЕРВЫЕ ЕВРОПЕЙЦЫ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Реплики драккаров, Норвегия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Викинги пришли на 500 лет раньше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1000 года Лейф Эриксон доплыл от Гренландии до побережья Северной Америки и назвал землю Винландом — «страной винограда». В Европе об этом почти никто не узнал.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Норвегия → Исландия → Гренландия → Ньюфаундленд, короткими бросками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ЗАБЫЛИ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золота, ни пряностей, зато стычки с местными; колония не прижилась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ПЕЧАТИ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 остался в исландских сагах, а не на картах Европы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vinl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ДОКАЗАТЕЛЬСТВО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Л’Анс-о-Медоуз, Ньюфаундленд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1021 год — дата по кольцам дерева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 это считали красивой легендой. Пока в 1960-е на севере Ньюфаундленда не нашли фундаменты домов, кузницу и скандинавские вещи.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НАШЛИ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построек, железные заклёпки, бронзовая булавка — всё скандинавское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ДАТА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2021 году по годичным кольцам срубленных деревьев установили: 1021 год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Всемирного наследия ЮНЕСКО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Викинги дошли до Америки, но не открыли её для Европы: открытие начинается тогда, когда о нём узнают все.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astrola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ЗАЧЕМ ПОПЛЫЛИ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Морская астролябия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Из-за перца, шёлка и закрытой дороги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Пряности в Европе стоили как серебро: они спасали мясо от порчи. Везли их из Индии по суше — через земли, которые в 1453 году закрылись.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1453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турки берут Константинополь — сухопутный путь на восток перерезан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ПОРТУГАЛИИ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огибать Африку: долго, дорого, маршрут держат в секрете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Земля круглая, в Индию можно попасть, плывя на запад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ПЛЫЛИ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458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компас, астролябия, песочные часы — ни точных карт, ни долготы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glo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ОШИБКА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Западное полушарие · снимок NASA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Он ошибся вчетверо — и это его спасло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 взял самые удобные для себя оценки размеров Земли и Азии. По его расчётам от Канарских островов до Японии было около 4500 км. На деле — почти 20 000.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РАСЧЁТАМ КОЛУМБА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19 600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км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САМОМ ДЕЛЕ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pPr indent="0" marL="0">
              <a:buNone/>
            </a:pP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ОШИБКИ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Учёные комиссии считали правильно и отказывали ему: припасов не хватит. Они были правы — просто на полпути оказался материк.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isabell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ДОГОВОР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Фердинанд и Изабелла, короли Испании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лет отказов и один «да»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 обивал пороги с 1485 года. Португалия отказала, Испания тянула — шла война с последним мусульманским эмиратом. В январе 1492 Гранада пала, и деньги нашлись.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АПРЕЛЯ 1492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Санта-Фе: Изабелла и Фердинанд подписывают договор с Колумбом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ОН ПРОСИЛ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титул адмирала, должность вице-короля и десятую часть всех доходов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ВОПРОСА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2 миллионов мараведи — как годовой доход среднего герцогства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arav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ФЛОТ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корабля эпохи Великих открытий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«Санта-Мария», «Пинта» и «Нинья»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августа 1492 года из порта Палос-де-ла-Фронтера вышли три судна. Самое большое было длиной около 25 метров — меньше школьного спортзала.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«САНТА-МАРИЯ»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флагман, тяжёлый и медленный; разобьётся у Гаити в рождественскую ночь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«ПИНТА» И «НИНЬЯ»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лёгкие каравеллы с косыми парусами — могли идти против ветра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ЭКИПАЖ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90 человек, среди них бывшие заключённые, которым обещали помилование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aribb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ПЛАВАНИЕ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Атлантика · 33 дня пути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Тридцать три дня без берега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сентября корабли ушли от Канарских островов в открытый океан. Дальше — только вода. Команда считала дни, и чем больше их набегало, тем ближе был бунт.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СЧЁТ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 вёл два журнала: настоящее расстояние и заниженное — для команды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ПУГАЛО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Саргассово море и постоянный попутный ветер: как возвращаться против него?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октября Колумб пообещал: три дня без земли — поворачиваем назад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lan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12 ОКТЯБРЯ 1492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«Высадка Колумба», гравюра по картине Дж. Вандерлина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«Земля!»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два часа ночи матрос «Пинты» Родриго де Триана увидел в лунном свете белую полосу берега. Утром экспедиция высадилась на острове, который местные жители называли Гуанахани.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ЭТО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Багамских островов; Колумб назвал его Сан-Сальвадор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ВСТРЕТИЛИ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народ таино; в дневнике Колумб записал, что они «будут хорошими слугами»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НАЗВАЛ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доплыли до Индии — значит, индейцы. Ошибка застряла в языках на 500 лет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458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обещанную пенсию за первую замеченную землю Колумб забрал себе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МАРШРУТЫ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 Equal Earth · данные Natural Earth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плыли через Атлантику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5440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 пошёл на запад по пассатам — устойчивым ветрам тропиков. Назад этим же путём нельзя: пассат дует в спину. Обратно он поднялся севернее, где дуют западные ветры.</a:t>
            </a:r>
            <a:endParaRPr lang="en-US" sz="1350" dirty="0"/>
          </a:p>
        </p:txBody>
      </p:sp>
      <p:pic>
        <p:nvPicPr>
          <p:cNvPr id="8" name="Image 0" descr="/tmp/claude-0/-home-user-Emperator-coin/49c5487f-8bd5-5cd9-a01e-95065714b06d/scratchpad/map2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685800"/>
            <a:ext cx="4041648" cy="4983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ТУДА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2313432" y="326440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Палос → Канары → Багамы, 33 дня по пассату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2313432" y="3749040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севернее, через Азорские острова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261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ЭТУ ПЕТЛЮ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313432" y="423367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испанские флоты будут повторять следующие 300 лет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olumb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ЧЕТЫРЕ ПЛАВАНИЯ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Портрет, который считают изображением Колумба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Он возвращался туда ещё трижды</a:t>
            </a:r>
            <a:endParaRPr lang="en-US" sz="3200" dirty="0"/>
          </a:p>
        </p:txBody>
      </p:sp>
      <p:sp>
        <p:nvSpPr>
          <p:cNvPr id="9" name="Shape 4"/>
          <p:cNvSpPr/>
          <p:nvPr/>
        </p:nvSpPr>
        <p:spPr>
          <a:xfrm>
            <a:off x="685800" y="2231136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978408" y="2130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1492–1493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978408" y="23682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Багамы, Куба, Гаити. Возвращается героем: золото, попугаи, семеро пленных островитян.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85800" y="3163824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78408" y="3063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1493–1496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78408" y="330098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17 кораблей и полторы тысячи человек — колонизация. Малые Антилы, Пуэрто-Рико, Ямайка.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85800" y="4096512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78408" y="39959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1498–1500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978408" y="423367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Устье Ориноко: столько пресной воды может выносить только огромный материк. Из колонии Колумба увозят в кандалах.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5029200"/>
            <a:ext cx="118872" cy="118872"/>
          </a:xfrm>
          <a:prstGeom prst="ellipse">
            <a:avLst/>
          </a:prstGeom>
          <a:solidFill>
            <a:srgbClr val="E2632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78408" y="492861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1502–1504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78408" y="51663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Берег Центральной Америки. Он ищет пролив в Индию в сотне километров от Тихого океана — и не находит.</a:t>
            </a:r>
            <a:endParaRPr lang="en-US" sz="125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aribb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ПАРАДОКС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Багамские острова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Открыл материк — и не заметил этого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 умер 20 мая 1506 года в Вальядолиде, уверенный, что доплыл до окраин Азии. В его бумагах Куба — это Китай, а Гаити — Япония.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ТРЕБОВАЛ КЛЯТВ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1494 году заставил команду под присягой подтвердить, что Куба — Азия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ТИТУЛЫ ЗАБРАЛИ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корона отменила обещанные ему права на новые земли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ДОСТАЛОСЬ ДРУГОМУ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материки назвали не в его честь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vespucc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НОВЫЙ СВЕТ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Америго Веспуччи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Человек, который понял, что это не Азия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Америго Веспуччи прошёл вдоль побережья Южной Америки тысячи километров на юг. Никакой Азии по описаниям Марко Поло там не было — берег всё тянулся и тянулся.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1501–1502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плавание вдоль берегов Бразилии далеко на юг, за экватор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отдельная, неизвестная часть света — «Mundus Novus», Новый Свет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отчёты печатают по всей Европе — их читают куда больше людей, чем дневники Колумба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waldseemu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ИМЯ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«Universalis Cosmographia», 1507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1507: на карте появляется «America»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Немецкий картограф Мартин Вальдземюллер печатает огромную карту мира и подписывает новую землю женским латинским вариантом имени Америго — America.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тысячи экземпляров; до наших дней дошёл один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2003 году Библиотека Конгресса США купила его за 10 миллионов долларов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ПЕРЕДУМАЛ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картах 1513 года имя убрал — но оно уже разошлось по Европе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Материки получили имя человека, который их не открывал, но первым объяснил, что это новая часть света.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magell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ДАЛЬШЕ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Фернан Магеллан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Америку обошли, доказав, что она — преграда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Колумба к берегам пошли десятки экспедиций. Главный вопрос был один: где проход в Азию? Ответ нашли только через 27 лет — на самом юге.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1497 · КАБОТ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Бристоля к Ньюфаундленду — англичане выходят в Северную Америку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· КАБРАЛ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португальцы, сбившись с курса к Африке, натыкаются на Бразилию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1513 · БАЛЬБОА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переходит Панамский перешеек и первым из европейцев видит Тихий океан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486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1519–1522 · МАГЕЛЛАН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2450592" y="545896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пролив на юге и кругосветка: вышли 5 кораблей и 265 человек, вернулся 1 корабль и 18 человек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conque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КОНКИСТА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 Кортеса и Моктесумы, 1519 год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открытием пришло завоевание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Следом за мореплавателями шли конкистадоры. Две крупнейшие империи Америки пали за считаные годы — от пушек, лошадей, союзов с врагами империй и, главное, от болезней.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1519–1521 · КОРТЕС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450592" y="32644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500 испанцев и тысячи индейских союзников берут Теночтитлан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1532–1533 · ПИСАРРО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2450592" y="39959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человек захватывают правителя инков Атауальпу и казнят его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4754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БЫСТРО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450592" y="47274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сталь и кони против обсидиана, раскол внутри империй и эпидемия оспы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КОЛУМБОВ ОБМЕН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Колумбов обмен: что поехало через океан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мира обменялись едой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1492 года растения, животные и болезни хлынули через океан в обе стороны. Историки называют это Колумбовым обменом — он изменил кухню и население всей планеты.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291840"/>
            <a:ext cx="3794760" cy="2286000"/>
          </a:xfrm>
          <a:prstGeom prst="rect">
            <a:avLst/>
          </a:prstGeom>
          <a:solidFill>
            <a:srgbClr val="131C22">
              <a:alpha val="82000"/>
            </a:srgbClr>
          </a:solidFill>
          <a:ln w="12700">
            <a:solidFill>
              <a:srgbClr val="E263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" y="3474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Европу поехали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05256" y="391363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картофель и кукуруза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томаты и перец чили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какао, ваниль, ананас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табак, подсолнух, каучук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3291840"/>
            <a:ext cx="3794760" cy="2286000"/>
          </a:xfrm>
          <a:prstGeom prst="rect">
            <a:avLst/>
          </a:prstGeom>
          <a:solidFill>
            <a:srgbClr val="131C22">
              <a:alpha val="82000"/>
            </a:srgbClr>
          </a:solidFill>
          <a:ln w="12700">
            <a:solidFill>
              <a:srgbClr val="31B7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74336" y="3474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Америку приплыли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74336" y="391363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лошади, коровы, свиньи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пшеница и рис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сахарный тростник, кофе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оспа, корь, грипп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806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открытия Америки не было бы ни пиццы с томатами, ни шоколада, ни картошки в русской кухне.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smallpox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ЦЕНА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Флорентийский кодекс, XVI век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Самое страшное оружие приплыло случайно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240280"/>
            <a:ext cx="5943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коренных жителей Америки не было иммунитета к европейским болезням. Оспа, корь и грипп шли впереди завоевателей и выкашивали целые области ещё до прихода войск.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</a:t>
            </a:r>
            <a:endParaRPr lang="en-US" sz="27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В 1492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292608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УМЕРЛО ЗА 150 ЛЕТ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16636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5166360" y="38953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ВЫВЕЗЕНО В РАБСТВО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Америки — одновременно начало новой эпохи и одна из крупнейших катастроф в истории человечества.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mperator-coin/presentations/america/img/glo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tmp/claude-0/-home-user-Emperator-coin/49c5487f-8bd5-5cd9-a01e-95065714b06d/scratchpad/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ВОПРОС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Западное полушарие сегодня</a:t>
            </a:r>
            <a:endParaRPr lang="en-US" sz="95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8686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 кто же открыл Америку?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ПРЕДКИ ИНДЕЙЦЕВ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2450592" y="230428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пришли первыми — 15–20 тысяч лет назад — и заселили оба материка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3063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ВИКИНГИ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2450592" y="303580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первыми из европейцев ступили на берег около 1000 года, но мир не узнал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КОЛУМБ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2450592" y="376732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проложил путь, по которому пошли все, — но до смерти считал, что это Азия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ВЕСПУЧЧИ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450592" y="4498848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объяснил, что это новая часть света, и дал ей имя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 — это не только «увидел первым», но и «рассказал так, что мир изменился». С 1492 года историки отсчитывают начало Нового времени.</a:t>
            </a:r>
            <a:endParaRPr lang="en-US" sz="11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ЗАПОМНИТЬ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открытия Америки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Даты, которые спросят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 тыс. лет назад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заселение Америки из Азии через Берингию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люди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около 1021 года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2221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поселение викингов на Ньюфаундленде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22219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Лейф Эриксон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660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2660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Константинополя, поиск пути в Индию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26609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099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августа 1492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3099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трёх кораблей из порта Палос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30998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538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октября 1492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высадка на острове Гуанахани, Багамы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3538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1497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Джон Кабот достигает Ньюфаундленда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3977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1500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Педру Кабрал открывает Бразилию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418320" y="44165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Португалия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855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1501–1502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754880" y="4855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Веспуччи понимает: это Новый Свет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418320" y="485546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52943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1507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754880" y="5294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Вальдземюллера: материк назван Америкой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418320" y="52943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733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1519–1522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754880" y="5733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кругосветное плавание экспедиции Магеллана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418320" y="57332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B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30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0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9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4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63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26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75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327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и лицензии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3E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D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Иллюстрации — Wikimedia Commons: старинные карты и картины в общественном достоянии, фотографии под свободными лицензиями. Карта маршрутов построена по данным Natural Earth (110 м) в проекции Equal Earth.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Waldseemuller map 2.jpg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Martin Waldseemüller  ·  Public domain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62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1482 Ulm Ptolemy World Map.jpg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Ptolemy  ·  Public domain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95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Chichen Itza 3.jpg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Daniel Schwen  ·  CC BY-SA 4.0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557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Machu Picchu, Perú, 2015-07-30, DD 47.JPG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Diego Delso  ·  CC BY-SA 4.0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9044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Små langskip Tønsberg havn, Norway 2015-09-25.jpg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Wolfmann  ·  CC BY-SA 4.0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2519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Norstead - Living History Attraction - 11 September 2023.jpg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Larry Syverson  ·  CC BY-SA 2.0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599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Astrolabio Aveiro Lisboa ca1600.jpg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Hispalois  ·  CC BY-SA 4.0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9469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Marble Western Hemisphere.jpg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NASA images by Reto Stöckli, based on data from NASA and NOAA. I…  ·  Public domain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52943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Ferdinand of Aragon, Isabella of Castile (cropped).jpg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anonymous  ·  Public domain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6418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Notorious from bow.jpg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Martyvis  ·  CC BY-SA 3.0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5146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on the Caribbean side of Isla Mujeres (4257546308).jpg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Šarūnas Burdulis from USA  ·  CC BY-SA 2.0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862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BEP-(Multiple)-Landing of Columbus (Vanderlyn).jpg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Bureau of Engraving and Printing  ·  Public domain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32095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of a Man, Said to be Christopher Columbus.jpg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Sebastiano del Piombo  ·  Public domain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557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Michele Bisi (Italian, c. 1788-1874) - Portrait of Amerigo Vespucci - 1949.92 - Cleveland Museum of Art.jpg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Wikimedia Commons  ·  Public domain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39044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 de Hernando de Magallanes.jpg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Unknown artist Unknown artist  ·  Public domain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42519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of Cortés and Moctezuma (Conquest of Mexico) Painting.jpg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Unknown artist  ·  Public domain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4599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1B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smallpox victims.jpg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6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Unknown author Unknown author  ·  Public domain</a:t>
            </a:r>
            <a:endParaRPr lang="en-US" sz="850" dirty="0"/>
          </a:p>
        </p:txBody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5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4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1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0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9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7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Открытие Америки</dc:title>
  <dc:subject>Открытие Америки европейцами</dc:subject>
  <dc:creator>PptxGenJS</dc:creator>
  <cp:lastModifiedBy>PptxGenJS</cp:lastModifiedBy>
  <cp:revision>1</cp:revision>
  <dcterms:created xsi:type="dcterms:W3CDTF">2026-09-22T05:59:07Z</dcterms:created>
  <dcterms:modified xsi:type="dcterms:W3CDTF">2026-09-22T05:59:07Z</dcterms:modified>
</cp:coreProperties>
</file>